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Bitter"/>
      <p:regular r:id="rId7"/>
      <p:bold r:id="rId8"/>
      <p:italic r:id="rId9"/>
      <p:boldItalic r:id="rId10"/>
    </p:embeddedFont>
    <p:embeddedFont>
      <p:font typeface="Bitter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itterSemiBold-regular.fntdata"/><Relationship Id="rId10" Type="http://schemas.openxmlformats.org/officeDocument/2006/relationships/font" Target="fonts/Bitter-boldItalic.fntdata"/><Relationship Id="rId13" Type="http://schemas.openxmlformats.org/officeDocument/2006/relationships/font" Target="fonts/BitterSemiBold-italic.fntdata"/><Relationship Id="rId12" Type="http://schemas.openxmlformats.org/officeDocument/2006/relationships/font" Target="fonts/Bit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itter-italic.fntdata"/><Relationship Id="rId14" Type="http://schemas.openxmlformats.org/officeDocument/2006/relationships/font" Target="fonts/Bit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itter-regular.fntdata"/><Relationship Id="rId8" Type="http://schemas.openxmlformats.org/officeDocument/2006/relationships/font" Target="fonts/Bit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89f117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d89f117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Template page de garde des ppt </a:t>
            </a:r>
            <a:endParaRPr/>
          </a:p>
        </p:txBody>
      </p:sp>
      <p:sp>
        <p:nvSpPr>
          <p:cNvPr id="53" name="Google Shape;53;g3ed89f117f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108069" y="2860258"/>
            <a:ext cx="6945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0" i="0" lang="fr" sz="36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Marjolaine Chiriaco</a:t>
            </a:r>
            <a:endParaRPr b="0" i="0" sz="36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Cheffe du département Environnement,</a:t>
            </a:r>
            <a:endParaRPr b="0" i="1" sz="23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0" i="1" lang="fr" sz="2300" u="none" cap="none" strike="noStrike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Sciences de la Terre et de l'Univers</a:t>
            </a:r>
            <a:endParaRPr b="0" i="0" sz="3600" u="none" cap="none" strike="noStrike">
              <a:solidFill>
                <a:schemeClr val="dk1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2439" y="2743519"/>
            <a:ext cx="1980356" cy="14327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>
            <a:off x="0" y="4629150"/>
            <a:ext cx="7450800" cy="0"/>
          </a:xfrm>
          <a:prstGeom prst="straightConnector1">
            <a:avLst/>
          </a:prstGeom>
          <a:noFill/>
          <a:ln cap="flat" cmpd="sng" w="14300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109387" y="4683019"/>
            <a:ext cx="609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fr" sz="1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19 juin 2026, Auditorium Jean Rouch, Musée de l’Homme, Paris, France </a:t>
            </a:r>
            <a:endParaRPr b="0" i="0" sz="1100" u="none" cap="none" strike="noStrike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08344" y="273019"/>
            <a:ext cx="4345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GBIF France :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20 ans d’actions </a:t>
            </a:r>
            <a:endParaRPr b="1" i="0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" sz="18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au service de la biodiversité</a:t>
            </a:r>
            <a:endParaRPr b="1" i="1" sz="1100" u="none" cap="none" strike="noStrike">
              <a:solidFill>
                <a:srgbClr val="61A115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60" name="Google Shape;60;p13" title="BG2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756" y="71831"/>
            <a:ext cx="1717002" cy="145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_gbif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6940" y="18031"/>
            <a:ext cx="1395849" cy="1458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ête de la science 2026 | Kit communication - Espace Mendès France" id="62" name="Google Shape;62;p13"/>
          <p:cNvPicPr preferRelativeResize="0"/>
          <p:nvPr/>
        </p:nvPicPr>
        <p:blipFill rotWithShape="1">
          <a:blip r:embed="rId6">
            <a:alphaModFix/>
          </a:blip>
          <a:srcRect b="7425" l="0" r="0" t="0"/>
          <a:stretch/>
        </p:blipFill>
        <p:spPr>
          <a:xfrm>
            <a:off x="6899195" y="2712863"/>
            <a:ext cx="2106844" cy="1610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