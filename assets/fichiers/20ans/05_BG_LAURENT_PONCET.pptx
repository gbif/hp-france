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Bitter"/>
      <p:regular r:id="rId7"/>
      <p:bold r:id="rId8"/>
      <p:italic r:id="rId9"/>
      <p:boldItalic r:id="rId10"/>
    </p:embeddedFont>
    <p:embeddedFont>
      <p:font typeface="Bitter SemiBold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BitterSemiBold-regular.fntdata"/><Relationship Id="rId10" Type="http://schemas.openxmlformats.org/officeDocument/2006/relationships/font" Target="fonts/Bitter-boldItalic.fntdata"/><Relationship Id="rId13" Type="http://schemas.openxmlformats.org/officeDocument/2006/relationships/font" Target="fonts/BitterSemiBold-italic.fntdata"/><Relationship Id="rId12" Type="http://schemas.openxmlformats.org/officeDocument/2006/relationships/font" Target="fonts/Bitter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Bitter-italic.fntdata"/><Relationship Id="rId14" Type="http://schemas.openxmlformats.org/officeDocument/2006/relationships/font" Target="fonts/Bitter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Bitter-regular.fntdata"/><Relationship Id="rId8" Type="http://schemas.openxmlformats.org/officeDocument/2006/relationships/font" Target="fonts/Bit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d89f117f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ed89f117f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/>
              <a:t>Template page de garde des ppt </a:t>
            </a:r>
            <a:endParaRPr/>
          </a:p>
        </p:txBody>
      </p:sp>
      <p:sp>
        <p:nvSpPr>
          <p:cNvPr id="53" name="Google Shape;53;g3ed89f117f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5.jpg"/><Relationship Id="rId9" Type="http://schemas.openxmlformats.org/officeDocument/2006/relationships/image" Target="../media/image3.jpg"/><Relationship Id="rId5" Type="http://schemas.openxmlformats.org/officeDocument/2006/relationships/image" Target="../media/image6.jpg"/><Relationship Id="rId6" Type="http://schemas.openxmlformats.org/officeDocument/2006/relationships/image" Target="../media/image1.jpg"/><Relationship Id="rId7" Type="http://schemas.openxmlformats.org/officeDocument/2006/relationships/image" Target="../media/image4.png"/><Relationship Id="rId8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1108144" y="2280770"/>
            <a:ext cx="69459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fr" sz="3600">
                <a:solidFill>
                  <a:schemeClr val="dk1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Laurent Poncet</a:t>
            </a:r>
            <a:endParaRPr b="0" i="0" sz="3600" u="none" cap="none" strike="noStrike">
              <a:solidFill>
                <a:schemeClr val="dk1"/>
              </a:solidFill>
              <a:latin typeface="Bitter SemiBold"/>
              <a:ea typeface="Bitter SemiBold"/>
              <a:cs typeface="Bitter SemiBold"/>
              <a:sym typeface="Bit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i="1" lang="fr" sz="2300">
                <a:solidFill>
                  <a:schemeClr val="dk1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Co-directeur de Patrinat</a:t>
            </a:r>
            <a:endParaRPr b="0" i="0" sz="3600" u="none" cap="none" strike="noStrike">
              <a:solidFill>
                <a:schemeClr val="dk1"/>
              </a:solidFill>
              <a:latin typeface="Bitter SemiBold"/>
              <a:ea typeface="Bitter SemiBold"/>
              <a:cs typeface="Bitter SemiBold"/>
              <a:sym typeface="Bitter SemiBold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0" y="4220253"/>
            <a:ext cx="7450800" cy="0"/>
          </a:xfrm>
          <a:prstGeom prst="straightConnector1">
            <a:avLst/>
          </a:prstGeom>
          <a:noFill/>
          <a:ln cap="flat" cmpd="sng" w="14300">
            <a:solidFill>
              <a:schemeClr val="accent6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57" name="Google Shape;57;p13"/>
          <p:cNvSpPr txBox="1"/>
          <p:nvPr/>
        </p:nvSpPr>
        <p:spPr>
          <a:xfrm>
            <a:off x="227754" y="4408675"/>
            <a:ext cx="3841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fr" sz="1400" u="none" cap="none" strike="noStrike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rPr>
              <a:t>19 juin 2026, Musée de l’Homme, Paris, France </a:t>
            </a:r>
            <a:endParaRPr b="0" i="0" sz="1100" u="none" cap="none" strike="noStrike">
              <a:solidFill>
                <a:srgbClr val="000000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408344" y="273019"/>
            <a:ext cx="43455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" sz="1800" u="none" cap="none" strike="noStrike">
                <a:solidFill>
                  <a:srgbClr val="61A115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GBIF France :</a:t>
            </a:r>
            <a:endParaRPr b="1" i="0" sz="1800" u="none" cap="none" strike="noStrike">
              <a:solidFill>
                <a:srgbClr val="61A115"/>
              </a:solidFill>
              <a:latin typeface="Bitter SemiBold"/>
              <a:ea typeface="Bitter SemiBold"/>
              <a:cs typeface="Bitter SemiBold"/>
              <a:sym typeface="Bitter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" sz="1800" u="none" cap="none" strike="noStrike">
                <a:solidFill>
                  <a:srgbClr val="61A115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20 ans d’actions </a:t>
            </a:r>
            <a:endParaRPr b="1" i="0" sz="1800" u="none" cap="none" strike="noStrike">
              <a:solidFill>
                <a:srgbClr val="61A115"/>
              </a:solidFill>
              <a:latin typeface="Bitter SemiBold"/>
              <a:ea typeface="Bitter SemiBold"/>
              <a:cs typeface="Bitter SemiBold"/>
              <a:sym typeface="Bitter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" sz="1800" u="none" cap="none" strike="noStrike">
                <a:solidFill>
                  <a:srgbClr val="61A115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au service de la biodiversité</a:t>
            </a:r>
            <a:endParaRPr b="1" i="1" sz="1100" u="none" cap="none" strike="noStrike">
              <a:solidFill>
                <a:srgbClr val="61A115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59" name="Google Shape;59;p13" title="BG2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756" y="71831"/>
            <a:ext cx="1717002" cy="1458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logo_gbif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6940" y="18031"/>
            <a:ext cx="1395849" cy="1458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Logo_patrinat_2023_carré.jpg"/>
          <p:cNvPicPr preferRelativeResize="0"/>
          <p:nvPr/>
        </p:nvPicPr>
        <p:blipFill rotWithShape="1">
          <a:blip r:embed="rId5">
            <a:alphaModFix/>
          </a:blip>
          <a:srcRect b="5595" l="3614" r="0" t="4743"/>
          <a:stretch/>
        </p:blipFill>
        <p:spPr>
          <a:xfrm>
            <a:off x="5371425" y="1802200"/>
            <a:ext cx="2012549" cy="187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86410" y="4321283"/>
            <a:ext cx="665446" cy="773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03028" y="4385630"/>
            <a:ext cx="783576" cy="645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ffice français de la biodiversité — Wikipédia" id="64" name="Google Shape;64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2321" y="4303400"/>
            <a:ext cx="783569" cy="789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 title="cnrs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08872" y="4313275"/>
            <a:ext cx="837160" cy="789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